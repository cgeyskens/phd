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9/08/2023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335720" y="4648378"/>
            <a:ext cx="47110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 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18158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993" y="34568"/>
            <a:ext cx="2184695" cy="846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4336</TotalTime>
  <Words>359</Words>
  <Application>Microsoft Office PowerPoint</Application>
  <PresentationFormat>Breedbeeld</PresentationFormat>
  <Paragraphs>92</Paragraphs>
  <Slides>3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46</cp:revision>
  <dcterms:created xsi:type="dcterms:W3CDTF">2023-06-26T13:04:35Z</dcterms:created>
  <dcterms:modified xsi:type="dcterms:W3CDTF">2023-08-09T14:49:29Z</dcterms:modified>
</cp:coreProperties>
</file>